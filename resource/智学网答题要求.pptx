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040" y="162560"/>
            <a:ext cx="11733530" cy="6164580"/>
          </a:xfrm>
        </p:spPr>
        <p:txBody>
          <a:bodyPr/>
          <a:p>
            <a:pPr marL="0" indent="0">
              <a:buNone/>
            </a:pPr>
            <a:r>
              <a:rPr lang="zh-CN" altLang="en-US" sz="2800">
                <a:solidFill>
                  <a:srgbClr val="FF0000"/>
                </a:solidFill>
              </a:rPr>
              <a:t>智批答题要求：</a:t>
            </a:r>
            <a:endParaRPr lang="zh-CN" altLang="en-US" sz="2800">
              <a:solidFill>
                <a:srgbClr val="FF0000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</a:t>
            </a:r>
            <a:r>
              <a:rPr lang="zh-CN" altLang="en-US" sz="2800">
                <a:solidFill>
                  <a:schemeClr val="tx1"/>
                </a:solidFill>
              </a:rPr>
              <a:t>认真填写姓名、班级和智学网考号，留空或者书写潦草会无法识别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</a:t>
            </a:r>
            <a:r>
              <a:rPr lang="zh-CN" altLang="en-US" sz="2800">
                <a:solidFill>
                  <a:schemeClr val="tx1"/>
                </a:solidFill>
              </a:rPr>
              <a:t>作答字母大小写和书写都要规范，潦草或连笔等会无法识别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</a:t>
            </a:r>
            <a:r>
              <a:rPr lang="zh-CN" altLang="en-US" sz="2800">
                <a:solidFill>
                  <a:schemeClr val="tx1"/>
                </a:solidFill>
              </a:rPr>
              <a:t>答案写在横线上方，写在横线下方会读不出来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</a:t>
            </a:r>
            <a:r>
              <a:rPr lang="zh-CN" altLang="en-US" sz="2800">
                <a:solidFill>
                  <a:schemeClr val="tx1"/>
                </a:solidFill>
              </a:rPr>
              <a:t>不要折叠练习卷，保持平整，试卷不能有损坏，否则会卡纸或读不</a:t>
            </a:r>
            <a:r>
              <a:rPr lang="en-US" altLang="zh-CN" sz="2800">
                <a:solidFill>
                  <a:schemeClr val="tx1"/>
                </a:solidFill>
              </a:rPr>
              <a:t>  </a:t>
            </a:r>
            <a:r>
              <a:rPr lang="zh-CN" altLang="en-US" sz="2800">
                <a:solidFill>
                  <a:schemeClr val="tx1"/>
                </a:solidFill>
              </a:rPr>
              <a:t>出来</a:t>
            </a:r>
            <a:endParaRPr lang="zh-CN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</a:t>
            </a:r>
            <a:r>
              <a:rPr lang="zh-CN" altLang="en-US" sz="2800">
                <a:solidFill>
                  <a:schemeClr val="tx1"/>
                </a:solidFill>
              </a:rPr>
              <a:t>不能用修正带，非常伤害机器，有错误划掉，旁边重新作答。使用修正带的卷子机器不读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宽屏</PresentationFormat>
  <Paragraphs>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陈文娴</cp:lastModifiedBy>
  <cp:revision>159</cp:revision>
  <dcterms:created xsi:type="dcterms:W3CDTF">2019-06-19T02:08:00Z</dcterms:created>
  <dcterms:modified xsi:type="dcterms:W3CDTF">2026-09-23T08:12:33Z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2BF7C972245F4BE09D0A860EB474516A_11</vt:lpwstr>
  </property>
</Properties>
</file>